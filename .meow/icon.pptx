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3" autoAdjust="0"/>
    <p:restoredTop sz="94660"/>
  </p:normalViewPr>
  <p:slideViewPr>
    <p:cSldViewPr snapToGrid="0">
      <p:cViewPr>
        <p:scale>
          <a:sx n="90" d="100"/>
          <a:sy n="90" d="100"/>
        </p:scale>
        <p:origin x="31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8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7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9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2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34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8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2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0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0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22E8-8589-4FE8-A359-9E666A3CF6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0093C-0040-4BBB-8951-3E8EACA8E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0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60476D2-0A08-A19B-BA10-F6B0DD5C5A85}"/>
              </a:ext>
            </a:extLst>
          </p:cNvPr>
          <p:cNvSpPr/>
          <p:nvPr/>
        </p:nvSpPr>
        <p:spPr>
          <a:xfrm rot="20826913">
            <a:off x="1333784" y="2257921"/>
            <a:ext cx="3035898" cy="3619626"/>
          </a:xfrm>
          <a:prstGeom prst="roundRect">
            <a:avLst>
              <a:gd name="adj" fmla="val 2551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C066983-CDA8-CEDB-5819-96913F05B55C}"/>
              </a:ext>
            </a:extLst>
          </p:cNvPr>
          <p:cNvSpPr/>
          <p:nvPr/>
        </p:nvSpPr>
        <p:spPr>
          <a:xfrm rot="20826913">
            <a:off x="1601176" y="1771657"/>
            <a:ext cx="3149527" cy="3714180"/>
          </a:xfrm>
          <a:prstGeom prst="roundRect">
            <a:avLst>
              <a:gd name="adj" fmla="val 20952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E60E41B-F140-CB38-4FDC-BE331C2D0325}"/>
              </a:ext>
            </a:extLst>
          </p:cNvPr>
          <p:cNvSpPr/>
          <p:nvPr/>
        </p:nvSpPr>
        <p:spPr>
          <a:xfrm rot="20826913">
            <a:off x="1904046" y="1381011"/>
            <a:ext cx="3149527" cy="3714180"/>
          </a:xfrm>
          <a:prstGeom prst="roundRect">
            <a:avLst>
              <a:gd name="adj" fmla="val 13812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C42A6F6-9592-8545-1DCC-4A960094870E}"/>
              </a:ext>
            </a:extLst>
          </p:cNvPr>
          <p:cNvSpPr/>
          <p:nvPr/>
        </p:nvSpPr>
        <p:spPr>
          <a:xfrm rot="20826913">
            <a:off x="2273473" y="990365"/>
            <a:ext cx="3149527" cy="3714180"/>
          </a:xfrm>
          <a:custGeom>
            <a:avLst/>
            <a:gdLst>
              <a:gd name="csX0" fmla="*/ 2959987 w 3149527"/>
              <a:gd name="csY0" fmla="*/ 4823 h 3714180"/>
              <a:gd name="csX1" fmla="*/ 3149527 w 3149527"/>
              <a:gd name="csY1" fmla="*/ 237380 h 3714180"/>
              <a:gd name="csX2" fmla="*/ 3149527 w 3149527"/>
              <a:gd name="csY2" fmla="*/ 3476800 h 3714180"/>
              <a:gd name="csX3" fmla="*/ 2912147 w 3149527"/>
              <a:gd name="csY3" fmla="*/ 3714180 h 3714180"/>
              <a:gd name="csX4" fmla="*/ 237380 w 3149527"/>
              <a:gd name="csY4" fmla="*/ 3714180 h 3714180"/>
              <a:gd name="csX5" fmla="*/ 0 w 3149527"/>
              <a:gd name="csY5" fmla="*/ 3476800 h 3714180"/>
              <a:gd name="csX6" fmla="*/ 0 w 3149527"/>
              <a:gd name="csY6" fmla="*/ 237380 h 3714180"/>
              <a:gd name="csX7" fmla="*/ 237380 w 3149527"/>
              <a:gd name="csY7" fmla="*/ 0 h 3714180"/>
              <a:gd name="csX8" fmla="*/ 1959227 w 3149527"/>
              <a:gd name="csY8" fmla="*/ 0 h 3714180"/>
              <a:gd name="csX9" fmla="*/ 1959965 w 3149527"/>
              <a:gd name="csY9" fmla="*/ 2089 h 3714180"/>
              <a:gd name="csX10" fmla="*/ 1795723 w 3149527"/>
              <a:gd name="csY10" fmla="*/ 1977860 h 3714180"/>
              <a:gd name="csX11" fmla="*/ 2087688 w 3149527"/>
              <a:gd name="csY11" fmla="*/ 1701665 h 3714180"/>
              <a:gd name="csX12" fmla="*/ 2541911 w 3149527"/>
              <a:gd name="csY12" fmla="*/ 1979998 h 3714180"/>
              <a:gd name="csX13" fmla="*/ 2706153 w 3149527"/>
              <a:gd name="csY13" fmla="*/ 4227 h 3714180"/>
              <a:gd name="csX14" fmla="*/ 2704662 w 3149527"/>
              <a:gd name="csY14" fmla="*/ 0 h 3714180"/>
              <a:gd name="csX15" fmla="*/ 2912147 w 3149527"/>
              <a:gd name="csY15" fmla="*/ 0 h 3714180"/>
              <a:gd name="csX16" fmla="*/ 2959987 w 3149527"/>
              <a:gd name="csY16" fmla="*/ 4823 h 3714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49527" h="3714180">
                <a:moveTo>
                  <a:pt x="2959987" y="4823"/>
                </a:moveTo>
                <a:cubicBezTo>
                  <a:pt x="3068157" y="26958"/>
                  <a:pt x="3149527" y="122667"/>
                  <a:pt x="3149527" y="237380"/>
                </a:cubicBezTo>
                <a:lnTo>
                  <a:pt x="3149527" y="3476800"/>
                </a:lnTo>
                <a:cubicBezTo>
                  <a:pt x="3149527" y="3607901"/>
                  <a:pt x="3043248" y="3714180"/>
                  <a:pt x="2912147" y="3714180"/>
                </a:cubicBezTo>
                <a:lnTo>
                  <a:pt x="237380" y="3714180"/>
                </a:lnTo>
                <a:cubicBezTo>
                  <a:pt x="106279" y="3714180"/>
                  <a:pt x="0" y="3607901"/>
                  <a:pt x="0" y="3476800"/>
                </a:cubicBezTo>
                <a:lnTo>
                  <a:pt x="0" y="237380"/>
                </a:lnTo>
                <a:cubicBezTo>
                  <a:pt x="0" y="106279"/>
                  <a:pt x="106279" y="0"/>
                  <a:pt x="237380" y="0"/>
                </a:cubicBezTo>
                <a:lnTo>
                  <a:pt x="1959227" y="0"/>
                </a:lnTo>
                <a:lnTo>
                  <a:pt x="1959965" y="2089"/>
                </a:lnTo>
                <a:cubicBezTo>
                  <a:pt x="2151896" y="661386"/>
                  <a:pt x="1233773" y="1317502"/>
                  <a:pt x="1795723" y="1977860"/>
                </a:cubicBezTo>
                <a:cubicBezTo>
                  <a:pt x="1920685" y="1978971"/>
                  <a:pt x="1962726" y="1700554"/>
                  <a:pt x="2087688" y="1701665"/>
                </a:cubicBezTo>
                <a:cubicBezTo>
                  <a:pt x="2212649" y="1702775"/>
                  <a:pt x="2418144" y="1980396"/>
                  <a:pt x="2541911" y="1979998"/>
                </a:cubicBezTo>
                <a:cubicBezTo>
                  <a:pt x="1979962" y="1319641"/>
                  <a:pt x="2898085" y="663524"/>
                  <a:pt x="2706153" y="4227"/>
                </a:cubicBezTo>
                <a:lnTo>
                  <a:pt x="2704662" y="0"/>
                </a:lnTo>
                <a:lnTo>
                  <a:pt x="2912147" y="0"/>
                </a:lnTo>
                <a:cubicBezTo>
                  <a:pt x="2928535" y="0"/>
                  <a:pt x="2944534" y="1661"/>
                  <a:pt x="2959987" y="48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0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C93E316B-F014-12A6-6B97-528BAD02E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94" t="7998" r="32841" b="57482"/>
          <a:stretch>
            <a:fillRect/>
          </a:stretch>
        </p:blipFill>
        <p:spPr>
          <a:xfrm>
            <a:off x="3593236" y="548485"/>
            <a:ext cx="1225203" cy="2367427"/>
          </a:xfrm>
          <a:custGeom>
            <a:avLst/>
            <a:gdLst>
              <a:gd name="csX0" fmla="*/ 727876 w 1225203"/>
              <a:gd name="csY0" fmla="*/ 0 h 2367427"/>
              <a:gd name="csX1" fmla="*/ 1225203 w 1225203"/>
              <a:gd name="csY1" fmla="*/ 2203118 h 2367427"/>
              <a:gd name="csX2" fmla="*/ 720351 w 1225203"/>
              <a:gd name="csY2" fmla="*/ 2033081 h 2367427"/>
              <a:gd name="csX3" fmla="*/ 497327 w 1225203"/>
              <a:gd name="csY3" fmla="*/ 2367427 h 2367427"/>
              <a:gd name="csX4" fmla="*/ 0 w 1225203"/>
              <a:gd name="csY4" fmla="*/ 164310 h 23674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25203" h="2367427">
                <a:moveTo>
                  <a:pt x="727876" y="0"/>
                </a:moveTo>
                <a:cubicBezTo>
                  <a:pt x="1522225" y="592480"/>
                  <a:pt x="430856" y="1610638"/>
                  <a:pt x="1225203" y="2203118"/>
                </a:cubicBezTo>
                <a:cubicBezTo>
                  <a:pt x="1104641" y="2231105"/>
                  <a:pt x="842414" y="2006298"/>
                  <a:pt x="720351" y="2033081"/>
                </a:cubicBezTo>
                <a:cubicBezTo>
                  <a:pt x="598288" y="2059863"/>
                  <a:pt x="619390" y="2340645"/>
                  <a:pt x="497327" y="2367427"/>
                </a:cubicBezTo>
                <a:cubicBezTo>
                  <a:pt x="-297021" y="1774947"/>
                  <a:pt x="794347" y="756790"/>
                  <a:pt x="0" y="16431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259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BBBC-F1A1-7E2F-E859-E9E723AB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D61F87B-38FB-8263-509E-47D77B812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50021C0-E2E2-FEBC-63E7-F424FC631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857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6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Meow</dc:creator>
  <cp:lastModifiedBy>Meow</cp:lastModifiedBy>
  <cp:revision>34</cp:revision>
  <dcterms:created xsi:type="dcterms:W3CDTF">2026-01-31T15:42:21Z</dcterms:created>
  <dcterms:modified xsi:type="dcterms:W3CDTF">2026-02-06T08:23:27Z</dcterms:modified>
</cp:coreProperties>
</file>